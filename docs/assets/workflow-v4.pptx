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4175fd3c4b4b4a" /><Relationship Type="http://schemas.openxmlformats.org/officeDocument/2006/relationships/extended-properties" Target="/docProps/app.xml" Id="R5ea6b2e7f99f42a2" /><Relationship Type="http://schemas.openxmlformats.org/officeDocument/2006/relationships/officeDocument" Target="/ppt/presentation.xml" Id="R180cec89c5ee4e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d047b065bf486e"/>
  </p:sldMasterIdLst>
  <p:notesMasterIdLst>
    <p:notesMasterId xmlns:r="http://schemas.openxmlformats.org/officeDocument/2006/relationships" r:id="R7c31d5ff20fe4522"/>
  </p:notesMasterIdLst>
  <p:sldIdLst>
    <p:sldId xmlns:r="http://schemas.openxmlformats.org/officeDocument/2006/relationships" id="256" r:id="R69fb53d8b83147a5"/>
  </p:sldIdLst>
  <p:sldSz cx="6400800" cy="3619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f41439e3e8440f" /><Relationship Type="http://schemas.openxmlformats.org/officeDocument/2006/relationships/slideMaster" Target="/ppt/slideMasters/slideMaster1.xml" Id="R7cd047b065bf486e" /><Relationship Type="http://schemas.openxmlformats.org/officeDocument/2006/relationships/notesMaster" Target="/ppt/notesMasters/notesMaster1.xml" Id="R7c31d5ff20fe4522" /><Relationship Type="http://schemas.openxmlformats.org/officeDocument/2006/relationships/presProps" Target="/ppt/presProps.xml" Id="R4d5d963cdbca4381" /><Relationship Type="http://schemas.openxmlformats.org/officeDocument/2006/relationships/tableStyles" Target="/ppt/tableStyles.xml" Id="R1599947a5bbd44a5" /><Relationship Type="http://schemas.openxmlformats.org/officeDocument/2006/relationships/slide" Target="/ppt/slides/slide1.xml" Id="R69fb53d8b83147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2f53c12dc0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ffcd86709b45a6" /><Relationship Type="http://schemas.openxmlformats.org/officeDocument/2006/relationships/notesMaster" Target="/ppt/notesMasters/notesMaster1.xml" Id="R2c8277c802a24f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Bilingual humanizer: review before release</a:t>
            </a:r>
          </a:p>
          <a:p xmlns:a="http://schemas.openxmlformats.org/drawingml/2006/main">
            <a:r>
              <a:t>Original method overview, not a performance result. Reconstructed as native objects after full image draft. Source: skills/bilingual-humanizer/references/iterative-review.md and structural-rewrite.md. Design workflow: https://github.com/JYS1025/paper-figure. Width 177.8 mm.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8c4b22caf4f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2009b9091b4cf3" /><Relationship Type="http://schemas.openxmlformats.org/officeDocument/2006/relationships/slideLayout" Target="/ppt/slideLayouts/slideLayout1.xml" Id="R64687ce7b45749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687ce7b45749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6ba6b292c4064" /><Relationship Type="http://schemas.openxmlformats.org/officeDocument/2006/relationships/notesSlide" Target="/ppt/notesSlides/notesSlide1.xml" Id="R3be3c0b01fa046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D30D53FD-39FB-4855-B0ED-67039A0FE5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171450"/>
            <a:ext cx="601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Bilingual humanizer: review before release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A6001A-8C26-4382-A3E6-1D4F2AC348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457200"/>
            <a:ext cx="601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English · Korean · meaning preserved through every revision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AD0B3ADA-4915-4952-A89F-C14A8ADFB4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952500"/>
            <a:ext cx="120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737980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Original source</a:t>
            </a:r>
          </a:p>
        </p:txBody>
      </p:sp>
      <p:sp>
        <p:nvSpPr>
          <p:cNvPr id="4" name="candidate">
            <a:extLst xmlns:a="http://schemas.openxmlformats.org/drawingml/2006/main">
              <a:ext uri="{FF2B5EF4-FFF2-40B4-BE49-F238E27FC236}">
                <a16:creationId xmlns:a16="http://schemas.microsoft.com/office/drawing/2014/main" id="{8FF45852-2954-4B60-BF28-5A1013C45C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52600" y="95250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557E73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Rewrite</a:t>
            </a:r>
          </a:p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0E675E17-C52F-4250-9AAB-54030A67D3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14700" y="95250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557E73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Fidelity +</a:t>
            </a:r>
          </a:p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reader review</a:t>
            </a:r>
          </a:p>
        </p:txBody>
      </p:sp>
      <p:sp>
        <p:nvSpPr>
          <p:cNvPr id="6" name="best">
            <a:extLst xmlns:a="http://schemas.openxmlformats.org/drawingml/2006/main">
              <a:ext uri="{FF2B5EF4-FFF2-40B4-BE49-F238E27FC236}">
                <a16:creationId xmlns:a16="http://schemas.microsoft.com/office/drawing/2014/main" id="{C5F04D37-45C0-4E4B-9E11-66E94F88216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3000" y="95250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737980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Best faithful</a:t>
            </a:r>
          </a:p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7" name="revise">
            <a:extLst xmlns:a="http://schemas.openxmlformats.org/drawingml/2006/main">
              <a:ext uri="{FF2B5EF4-FFF2-40B4-BE49-F238E27FC236}">
                <a16:creationId xmlns:a16="http://schemas.microsoft.com/office/drawing/2014/main" id="{DA440317-D742-4725-A32E-62F4995FB4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52600" y="2133600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B"/>
          </a:solidFill>
          <a:ln xmlns:a="http://schemas.openxmlformats.org/drawingml/2006/main" w="9525">
            <a:solidFill>
              <a:srgbClr val="557E73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Revise findings</a:t>
            </a:r>
          </a:p>
        </p:txBody>
      </p:sp>
      <p:sp>
        <p:nvSpPr>
          <p:cNvPr id="8" name="checks">
            <a:extLst xmlns:a="http://schemas.openxmlformats.org/drawingml/2006/main">
              <a:ext uri="{FF2B5EF4-FFF2-40B4-BE49-F238E27FC236}">
                <a16:creationId xmlns:a16="http://schemas.microsoft.com/office/drawing/2014/main" id="{16D9373F-DAF4-4FC7-917F-058C300F8A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3000" y="20764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3F2"/>
          </a:solidFill>
          <a:ln xmlns:a="http://schemas.openxmlformats.org/drawingml/2006/main" w="9525">
            <a:solidFill>
              <a:srgbClr val="7B70A0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Detector checks</a:t>
            </a:r>
          </a:p>
        </p:txBody>
      </p:sp>
      <p:sp>
        <p:nvSpPr>
          <p:cNvPr id="9" name="record">
            <a:extLst xmlns:a="http://schemas.openxmlformats.org/drawingml/2006/main">
              <a:ext uri="{FF2B5EF4-FFF2-40B4-BE49-F238E27FC236}">
                <a16:creationId xmlns:a16="http://schemas.microsoft.com/office/drawing/2014/main" id="{54A3E0EE-830A-4876-83DB-78CEF8145F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3000" y="2781300"/>
            <a:ext cx="1257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3F2"/>
          </a:solidFill>
          <a:ln xmlns:a="http://schemas.openxmlformats.org/drawingml/2006/main" w="9525">
            <a:solidFill>
              <a:srgbClr val="7B70A0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Evidence record</a:t>
            </a:r>
          </a:p>
        </p:txBody>
      </p:sp>
      <p:cxnSp>
        <p:nvCxnSpPr>
          <p:cNvPr id="31" name="source-to-candidate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390650" y="12382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363C42"/>
            </a:solidFill>
            <a:prstDash val="solid"/>
            <a:round/>
            <a:tailEnd type="triangle" w="sm" len="sm"/>
          </a:ln>
        </p:spPr>
      </p:cxnSp>
      <p:cxnSp>
        <p:nvCxnSpPr>
          <p:cNvPr id="32" name="candidate-to-review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33700" y="1238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363C42"/>
            </a:solidFill>
            <a:prstDash val="solid"/>
            <a:round/>
            <a:tailEnd type="triangle" w="sm" len="sm"/>
          </a:ln>
        </p:spPr>
      </p:cxnSp>
      <p:cxnSp>
        <p:nvCxnSpPr>
          <p:cNvPr id="33" name="review-to-best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72000" y="1238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363C42"/>
            </a:solidFill>
            <a:prstDash val="solid"/>
            <a:round/>
            <a:tailEnd type="triangle" w="sm" len="sm"/>
          </a:ln>
        </p:spPr>
      </p:cxnSp>
      <p:cxnSp>
        <p:nvCxnSpPr>
          <p:cNvPr id="34" name="review-to-revise"/>
          <p:cNvCxnSpPr>
            <a:stCxn xmlns:a="http://schemas.openxmlformats.org/drawingml/2006/main" id="5" idx="2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2933700" y="1524000"/>
            <a:ext cx="1009650" cy="828675"/>
          </a:xfrm>
          <a:prstGeom xmlns:a="http://schemas.openxmlformats.org/drawingml/2006/main" prst="bentConnector5">
            <a:avLst>
              <a:gd name="adj1" fmla="val 0"/>
              <a:gd name="adj2" fmla="val 27586"/>
              <a:gd name="adj3" fmla="val 77358"/>
            </a:avLst>
          </a:prstGeom>
          <a:ln xmlns:a="http://schemas.openxmlformats.org/drawingml/2006/main" w="14288" cap="rnd">
            <a:solidFill>
              <a:srgbClr val="363C42"/>
            </a:solidFill>
            <a:prstDash val="solid"/>
            <a:round/>
            <a:tailEnd type="triangle" w="sm" len="sm"/>
          </a:ln>
        </p:spPr>
      </p:cxnSp>
      <p:cxnSp>
        <p:nvCxnSpPr>
          <p:cNvPr id="35" name="revise-to-candidate"/>
          <p:cNvCxnSpPr>
            <a:stCxn xmlns:a="http://schemas.openxmlformats.org/drawingml/2006/main" id="7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2343150" y="1524000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363C42"/>
            </a:solidFill>
            <a:prstDash val="solid"/>
            <a:round/>
            <a:tailEnd type="triangle" w="sm" len="sm"/>
          </a:ln>
        </p:spPr>
      </p:cxnSp>
      <p:cxnSp>
        <p:nvCxnSpPr>
          <p:cNvPr id="36" name="best-to-checks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581650" y="15240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363C42"/>
            </a:solidFill>
            <a:prstDash val="dash"/>
            <a:round/>
            <a:tailEnd type="triangle" w="sm" len="sm"/>
          </a:ln>
        </p:spPr>
      </p:cxnSp>
      <p:cxnSp>
        <p:nvCxnSpPr>
          <p:cNvPr id="37" name="checks-to-record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581650" y="25146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4288" cap="rnd">
            <a:solidFill>
              <a:srgbClr val="363C42"/>
            </a:solidFill>
            <a:prstDash val="dash"/>
            <a:round/>
            <a:tailEnd type="triangle" w="sm" len="sm"/>
          </a:ln>
        </p:spPr>
      </p:cxnSp>
      <p:sp>
        <p:nvSpPr>
          <p:cNvPr id="17" name="immutable">
            <a:extLst xmlns:a="http://schemas.openxmlformats.org/drawingml/2006/main">
              <a:ext uri="{FF2B5EF4-FFF2-40B4-BE49-F238E27FC236}">
                <a16:creationId xmlns:a16="http://schemas.microsoft.com/office/drawing/2014/main" id="{4971B252-CDC4-424E-A94A-33DA6F87AC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160972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Immutable authority</a:t>
            </a:r>
          </a:p>
        </p:txBody>
      </p:sp>
      <p:sp>
        <p:nvSpPr>
          <p:cNvPr id="18" name="revision-limit">
            <a:extLst xmlns:a="http://schemas.openxmlformats.org/drawingml/2006/main">
              <a:ext uri="{FF2B5EF4-FFF2-40B4-BE49-F238E27FC236}">
                <a16:creationId xmlns:a16="http://schemas.microsoft.com/office/drawing/2014/main" id="{BB175857-8BCC-429C-9D2D-70114C0EE8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4950" y="26670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Default: ≤3 revisions</a:t>
            </a:r>
          </a:p>
        </p:txBody>
      </p:sp>
      <p:sp>
        <p:nvSpPr>
          <p:cNvPr id="19" name="optional">
            <a:extLst xmlns:a="http://schemas.openxmlformats.org/drawingml/2006/main">
              <a:ext uri="{FF2B5EF4-FFF2-40B4-BE49-F238E27FC236}">
                <a16:creationId xmlns:a16="http://schemas.microsoft.com/office/drawing/2014/main" id="{7FF8C6FD-2761-41C8-90AC-B5EAA61DFF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76625" y="208597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55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558F"/>
                </a:solidFill>
                <a:latin typeface="Arial"/>
                <a:ea typeface="Arial"/>
                <a:cs typeface="Arial"/>
              </a:rPr>
              <a:t>Optional external</a:t>
            </a:r>
          </a:p>
          <a:p xmlns:a="http://schemas.openxmlformats.org/drawingml/2006/main">
            <a:pPr algn="l">
              <a:defRPr sz="900" b="1">
                <a:solidFill>
                  <a:srgbClr val="6355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558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0" name="hash">
            <a:extLst xmlns:a="http://schemas.openxmlformats.org/drawingml/2006/main">
              <a:ext uri="{FF2B5EF4-FFF2-40B4-BE49-F238E27FC236}">
                <a16:creationId xmlns:a16="http://schemas.microsoft.com/office/drawing/2014/main" id="{18D0FF35-A976-414A-B17C-CF0BD8BE62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76625" y="27527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Same text hash</a:t>
            </a:r>
          </a:p>
          <a:p xmlns:a="http://schemas.openxmlformats.org/drawingml/2006/main">
            <a:pPr algn="l">
              <a:defRPr sz="900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Service · date · result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6E0C35A7-299B-4A33-829B-95E62BBF8D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3305175"/>
            <a:ext cx="601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Preserve meaning. Record unresolved checks. Scores do not establish authorship.</a:t>
            </a:r>
          </a:p>
        </p:txBody>
      </p:sp>
    </p:spTree>
    <p:extLst>
      <p:ext uri="{BB962C8B-B14F-4D97-AF65-F5344CB8AC3E}">
        <p14:creationId xmlns:p14="http://schemas.microsoft.com/office/powerpoint/2010/main" val="643410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2026-10-02T06:57:32.5170000Z</dcterms:created>
  <dcterms:modified xsi:type="dcterms:W3CDTF">2026-10-02T06:57:32.5170000Z</dcterms:modified>
</coreProperties>
</file>